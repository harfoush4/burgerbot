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Bebas Neue Bold" charset="1" panose="020B0606020202050201"/>
      <p:regular r:id="rId25"/>
    </p:embeddedFont>
    <p:embeddedFont>
      <p:font typeface="Canva Sans Bold" charset="1" panose="020B0803030501040103"/>
      <p:regular r:id="rId26"/>
    </p:embeddedFont>
    <p:embeddedFont>
      <p:font typeface="Canva Sans" charset="1" panose="020B05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736333" y="0"/>
            <a:ext cx="3857790" cy="6309818"/>
            <a:chOff x="0" y="0"/>
            <a:chExt cx="1016043" cy="16618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43" cy="1661845"/>
            </a:xfrm>
            <a:custGeom>
              <a:avLst/>
              <a:gdLst/>
              <a:ahLst/>
              <a:cxnLst/>
              <a:rect r="r" b="b" t="t" l="l"/>
              <a:pathLst>
                <a:path h="1661845" w="1016043">
                  <a:moveTo>
                    <a:pt x="0" y="0"/>
                  </a:moveTo>
                  <a:lnTo>
                    <a:pt x="1016043" y="0"/>
                  </a:lnTo>
                  <a:lnTo>
                    <a:pt x="1016043" y="1661845"/>
                  </a:lnTo>
                  <a:lnTo>
                    <a:pt x="0" y="1661845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100000"/>
                  </a:srgbClr>
                </a:gs>
                <a:gs pos="100000">
                  <a:srgbClr val="006D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16043" cy="1699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6309818"/>
            <a:ext cx="3977182" cy="3977182"/>
            <a:chOff x="0" y="0"/>
            <a:chExt cx="1047488" cy="10474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7488" cy="1047488"/>
            </a:xfrm>
            <a:custGeom>
              <a:avLst/>
              <a:gdLst/>
              <a:ahLst/>
              <a:cxnLst/>
              <a:rect r="r" b="b" t="t" l="l"/>
              <a:pathLst>
                <a:path h="1047488" w="1047488">
                  <a:moveTo>
                    <a:pt x="0" y="0"/>
                  </a:moveTo>
                  <a:lnTo>
                    <a:pt x="1047488" y="0"/>
                  </a:lnTo>
                  <a:lnTo>
                    <a:pt x="1047488" y="1047488"/>
                  </a:lnTo>
                  <a:lnTo>
                    <a:pt x="0" y="1047488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100000"/>
                  </a:srgbClr>
                </a:gs>
                <a:gs pos="100000">
                  <a:srgbClr val="006D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7488" cy="1085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845934" y="2462531"/>
            <a:ext cx="5780797" cy="8014969"/>
          </a:xfrm>
          <a:custGeom>
            <a:avLst/>
            <a:gdLst/>
            <a:ahLst/>
            <a:cxnLst/>
            <a:rect r="r" b="b" t="t" l="l"/>
            <a:pathLst>
              <a:path h="8014969" w="5780797">
                <a:moveTo>
                  <a:pt x="0" y="0"/>
                </a:moveTo>
                <a:lnTo>
                  <a:pt x="5780797" y="0"/>
                </a:lnTo>
                <a:lnTo>
                  <a:pt x="5780797" y="8014969"/>
                </a:lnTo>
                <a:lnTo>
                  <a:pt x="0" y="8014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60934" y="4680270"/>
            <a:ext cx="6597713" cy="1303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009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INTELLIGENT SYSTEMS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13323" y="1796743"/>
            <a:ext cx="6645325" cy="3624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57"/>
              </a:lnSpc>
              <a:spcBef>
                <a:spcPct val="0"/>
              </a:spcBef>
            </a:pPr>
            <a:r>
              <a:rPr lang="en-US" b="true" sz="2104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ROBOT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88237" y="1620081"/>
            <a:ext cx="10111525" cy="7975530"/>
          </a:xfrm>
          <a:custGeom>
            <a:avLst/>
            <a:gdLst/>
            <a:ahLst/>
            <a:cxnLst/>
            <a:rect r="r" b="b" t="t" l="l"/>
            <a:pathLst>
              <a:path h="7975530" w="10111525">
                <a:moveTo>
                  <a:pt x="0" y="0"/>
                </a:moveTo>
                <a:lnTo>
                  <a:pt x="10111526" y="0"/>
                </a:lnTo>
                <a:lnTo>
                  <a:pt x="10111526" y="7975530"/>
                </a:lnTo>
                <a:lnTo>
                  <a:pt x="0" y="79755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68571" y="537527"/>
            <a:ext cx="115085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379980"/>
            <a:ext cx="12443396" cy="2093128"/>
          </a:xfrm>
          <a:custGeom>
            <a:avLst/>
            <a:gdLst/>
            <a:ahLst/>
            <a:cxnLst/>
            <a:rect r="r" b="b" t="t" l="l"/>
            <a:pathLst>
              <a:path h="2093128" w="12443396">
                <a:moveTo>
                  <a:pt x="0" y="0"/>
                </a:moveTo>
                <a:lnTo>
                  <a:pt x="12443396" y="0"/>
                </a:lnTo>
                <a:lnTo>
                  <a:pt x="12443396" y="2093128"/>
                </a:lnTo>
                <a:lnTo>
                  <a:pt x="0" y="2093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58955" y="5733930"/>
            <a:ext cx="7947713" cy="2724345"/>
          </a:xfrm>
          <a:custGeom>
            <a:avLst/>
            <a:gdLst/>
            <a:ahLst/>
            <a:cxnLst/>
            <a:rect r="r" b="b" t="t" l="l"/>
            <a:pathLst>
              <a:path h="2724345" w="7947713">
                <a:moveTo>
                  <a:pt x="0" y="0"/>
                </a:moveTo>
                <a:lnTo>
                  <a:pt x="7947713" y="0"/>
                </a:lnTo>
                <a:lnTo>
                  <a:pt x="7947713" y="2724345"/>
                </a:lnTo>
                <a:lnTo>
                  <a:pt x="0" y="27243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21249" y="6062475"/>
            <a:ext cx="4196465" cy="2395800"/>
          </a:xfrm>
          <a:custGeom>
            <a:avLst/>
            <a:gdLst/>
            <a:ahLst/>
            <a:cxnLst/>
            <a:rect r="r" b="b" t="t" l="l"/>
            <a:pathLst>
              <a:path h="2395800" w="4196465">
                <a:moveTo>
                  <a:pt x="0" y="0"/>
                </a:moveTo>
                <a:lnTo>
                  <a:pt x="4196465" y="0"/>
                </a:lnTo>
                <a:lnTo>
                  <a:pt x="4196465" y="2395800"/>
                </a:lnTo>
                <a:lnTo>
                  <a:pt x="0" y="2395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68571" y="537527"/>
            <a:ext cx="115085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188568"/>
            <a:ext cx="5434442" cy="2390466"/>
          </a:xfrm>
          <a:custGeom>
            <a:avLst/>
            <a:gdLst/>
            <a:ahLst/>
            <a:cxnLst/>
            <a:rect r="r" b="b" t="t" l="l"/>
            <a:pathLst>
              <a:path h="2390466" w="5434442">
                <a:moveTo>
                  <a:pt x="0" y="0"/>
                </a:moveTo>
                <a:lnTo>
                  <a:pt x="5434442" y="0"/>
                </a:lnTo>
                <a:lnTo>
                  <a:pt x="5434442" y="2390466"/>
                </a:lnTo>
                <a:lnTo>
                  <a:pt x="0" y="2390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14403" y="3769627"/>
            <a:ext cx="5561364" cy="974178"/>
            <a:chOff x="0" y="0"/>
            <a:chExt cx="1464721" cy="2565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721" cy="256574"/>
            </a:xfrm>
            <a:custGeom>
              <a:avLst/>
              <a:gdLst/>
              <a:ahLst/>
              <a:cxnLst/>
              <a:rect r="r" b="b" t="t" l="l"/>
              <a:pathLst>
                <a:path h="256574" w="1464721">
                  <a:moveTo>
                    <a:pt x="732361" y="0"/>
                  </a:moveTo>
                  <a:cubicBezTo>
                    <a:pt x="327889" y="0"/>
                    <a:pt x="0" y="57436"/>
                    <a:pt x="0" y="128287"/>
                  </a:cubicBezTo>
                  <a:cubicBezTo>
                    <a:pt x="0" y="199138"/>
                    <a:pt x="327889" y="256574"/>
                    <a:pt x="732361" y="256574"/>
                  </a:cubicBezTo>
                  <a:cubicBezTo>
                    <a:pt x="1136832" y="256574"/>
                    <a:pt x="1464721" y="199138"/>
                    <a:pt x="1464721" y="128287"/>
                  </a:cubicBezTo>
                  <a:cubicBezTo>
                    <a:pt x="1464721" y="57436"/>
                    <a:pt x="1136832" y="0"/>
                    <a:pt x="7323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37318" y="-14046"/>
              <a:ext cx="1190086" cy="246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6175767" y="1620081"/>
            <a:ext cx="2392804" cy="2636634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8190229" y="6200760"/>
            <a:ext cx="6169215" cy="2251222"/>
          </a:xfrm>
          <a:custGeom>
            <a:avLst/>
            <a:gdLst/>
            <a:ahLst/>
            <a:cxnLst/>
            <a:rect r="r" b="b" t="t" l="l"/>
            <a:pathLst>
              <a:path h="2251222" w="6169215">
                <a:moveTo>
                  <a:pt x="0" y="0"/>
                </a:moveTo>
                <a:lnTo>
                  <a:pt x="6169215" y="0"/>
                </a:lnTo>
                <a:lnTo>
                  <a:pt x="6169215" y="2251222"/>
                </a:lnTo>
                <a:lnTo>
                  <a:pt x="0" y="22512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6175767" y="4256715"/>
            <a:ext cx="2392804" cy="273880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491486" y="2379380"/>
            <a:ext cx="2780494" cy="2780494"/>
          </a:xfrm>
          <a:custGeom>
            <a:avLst/>
            <a:gdLst/>
            <a:ahLst/>
            <a:cxnLst/>
            <a:rect r="r" b="b" t="t" l="l"/>
            <a:pathLst>
              <a:path h="2780494" w="2780494">
                <a:moveTo>
                  <a:pt x="0" y="0"/>
                </a:moveTo>
                <a:lnTo>
                  <a:pt x="2780494" y="0"/>
                </a:lnTo>
                <a:lnTo>
                  <a:pt x="2780494" y="2780494"/>
                </a:lnTo>
                <a:lnTo>
                  <a:pt x="0" y="27804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68571" y="537527"/>
            <a:ext cx="115085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6611" y="2525008"/>
            <a:ext cx="9470884" cy="3874453"/>
          </a:xfrm>
          <a:custGeom>
            <a:avLst/>
            <a:gdLst/>
            <a:ahLst/>
            <a:cxnLst/>
            <a:rect r="r" b="b" t="t" l="l"/>
            <a:pathLst>
              <a:path h="3874453" w="9470884">
                <a:moveTo>
                  <a:pt x="0" y="0"/>
                </a:moveTo>
                <a:lnTo>
                  <a:pt x="9470884" y="0"/>
                </a:lnTo>
                <a:lnTo>
                  <a:pt x="9470884" y="3874453"/>
                </a:lnTo>
                <a:lnTo>
                  <a:pt x="0" y="3874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00139" y="537527"/>
            <a:ext cx="3687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Fuzzy Logic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34815" y="3799479"/>
            <a:ext cx="12018370" cy="4867440"/>
          </a:xfrm>
          <a:custGeom>
            <a:avLst/>
            <a:gdLst/>
            <a:ahLst/>
            <a:cxnLst/>
            <a:rect r="r" b="b" t="t" l="l"/>
            <a:pathLst>
              <a:path h="4867440" w="12018370">
                <a:moveTo>
                  <a:pt x="0" y="0"/>
                </a:moveTo>
                <a:lnTo>
                  <a:pt x="12018370" y="0"/>
                </a:lnTo>
                <a:lnTo>
                  <a:pt x="12018370" y="4867440"/>
                </a:lnTo>
                <a:lnTo>
                  <a:pt x="0" y="48674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00139" y="537527"/>
            <a:ext cx="3687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Fuzzy Logic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90121"/>
            <a:ext cx="293584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Memberships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1332" y="4118786"/>
            <a:ext cx="6763660" cy="1248676"/>
          </a:xfrm>
          <a:custGeom>
            <a:avLst/>
            <a:gdLst/>
            <a:ahLst/>
            <a:cxnLst/>
            <a:rect r="r" b="b" t="t" l="l"/>
            <a:pathLst>
              <a:path h="1248676" w="6763660">
                <a:moveTo>
                  <a:pt x="0" y="0"/>
                </a:moveTo>
                <a:lnTo>
                  <a:pt x="6763660" y="0"/>
                </a:lnTo>
                <a:lnTo>
                  <a:pt x="6763660" y="1248676"/>
                </a:lnTo>
                <a:lnTo>
                  <a:pt x="0" y="1248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07451" y="3858307"/>
            <a:ext cx="7543066" cy="1769634"/>
          </a:xfrm>
          <a:custGeom>
            <a:avLst/>
            <a:gdLst/>
            <a:ahLst/>
            <a:cxnLst/>
            <a:rect r="r" b="b" t="t" l="l"/>
            <a:pathLst>
              <a:path h="1769634" w="7543066">
                <a:moveTo>
                  <a:pt x="0" y="0"/>
                </a:moveTo>
                <a:lnTo>
                  <a:pt x="7543065" y="0"/>
                </a:lnTo>
                <a:lnTo>
                  <a:pt x="7543065" y="1769634"/>
                </a:lnTo>
                <a:lnTo>
                  <a:pt x="0" y="17696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97193" y="5918493"/>
            <a:ext cx="3293615" cy="3608542"/>
          </a:xfrm>
          <a:custGeom>
            <a:avLst/>
            <a:gdLst/>
            <a:ahLst/>
            <a:cxnLst/>
            <a:rect r="r" b="b" t="t" l="l"/>
            <a:pathLst>
              <a:path h="3608542" w="3293615">
                <a:moveTo>
                  <a:pt x="0" y="0"/>
                </a:moveTo>
                <a:lnTo>
                  <a:pt x="3293614" y="0"/>
                </a:lnTo>
                <a:lnTo>
                  <a:pt x="3293614" y="3608542"/>
                </a:lnTo>
                <a:lnTo>
                  <a:pt x="0" y="36085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00139" y="537527"/>
            <a:ext cx="3687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Fuzzy Logic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435539"/>
            <a:ext cx="375344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Class and Sensors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25899" y="5596537"/>
            <a:ext cx="6677808" cy="3346545"/>
          </a:xfrm>
          <a:custGeom>
            <a:avLst/>
            <a:gdLst/>
            <a:ahLst/>
            <a:cxnLst/>
            <a:rect r="r" b="b" t="t" l="l"/>
            <a:pathLst>
              <a:path h="3346545" w="6677808">
                <a:moveTo>
                  <a:pt x="0" y="0"/>
                </a:moveTo>
                <a:lnTo>
                  <a:pt x="6677808" y="0"/>
                </a:lnTo>
                <a:lnTo>
                  <a:pt x="6677808" y="3346545"/>
                </a:lnTo>
                <a:lnTo>
                  <a:pt x="0" y="33465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27983" y="3439356"/>
            <a:ext cx="2073640" cy="1802182"/>
          </a:xfrm>
          <a:custGeom>
            <a:avLst/>
            <a:gdLst/>
            <a:ahLst/>
            <a:cxnLst/>
            <a:rect r="r" b="b" t="t" l="l"/>
            <a:pathLst>
              <a:path h="1802182" w="2073640">
                <a:moveTo>
                  <a:pt x="0" y="0"/>
                </a:moveTo>
                <a:lnTo>
                  <a:pt x="2073640" y="0"/>
                </a:lnTo>
                <a:lnTo>
                  <a:pt x="2073640" y="1802182"/>
                </a:lnTo>
                <a:lnTo>
                  <a:pt x="0" y="18021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13579" y="5596537"/>
            <a:ext cx="6693089" cy="3346545"/>
          </a:xfrm>
          <a:custGeom>
            <a:avLst/>
            <a:gdLst/>
            <a:ahLst/>
            <a:cxnLst/>
            <a:rect r="r" b="b" t="t" l="l"/>
            <a:pathLst>
              <a:path h="3346545" w="6693089">
                <a:moveTo>
                  <a:pt x="0" y="0"/>
                </a:moveTo>
                <a:lnTo>
                  <a:pt x="6693089" y="0"/>
                </a:lnTo>
                <a:lnTo>
                  <a:pt x="6693089" y="3346545"/>
                </a:lnTo>
                <a:lnTo>
                  <a:pt x="0" y="33465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07589" y="3907009"/>
            <a:ext cx="4705070" cy="1334529"/>
          </a:xfrm>
          <a:custGeom>
            <a:avLst/>
            <a:gdLst/>
            <a:ahLst/>
            <a:cxnLst/>
            <a:rect r="r" b="b" t="t" l="l"/>
            <a:pathLst>
              <a:path h="1334529" w="4705070">
                <a:moveTo>
                  <a:pt x="0" y="0"/>
                </a:moveTo>
                <a:lnTo>
                  <a:pt x="4705069" y="0"/>
                </a:lnTo>
                <a:lnTo>
                  <a:pt x="4705069" y="1334529"/>
                </a:lnTo>
                <a:lnTo>
                  <a:pt x="0" y="13345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00139" y="537527"/>
            <a:ext cx="3687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Fuzzy Logic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390121"/>
            <a:ext cx="646688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Membership Value Calculation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2124" y="3419533"/>
            <a:ext cx="8373593" cy="5838767"/>
          </a:xfrm>
          <a:custGeom>
            <a:avLst/>
            <a:gdLst/>
            <a:ahLst/>
            <a:cxnLst/>
            <a:rect r="r" b="b" t="t" l="l"/>
            <a:pathLst>
              <a:path h="5838767" w="8373593">
                <a:moveTo>
                  <a:pt x="0" y="0"/>
                </a:moveTo>
                <a:lnTo>
                  <a:pt x="8373593" y="0"/>
                </a:lnTo>
                <a:lnTo>
                  <a:pt x="8373593" y="5838767"/>
                </a:lnTo>
                <a:lnTo>
                  <a:pt x="0" y="58387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00139" y="537527"/>
            <a:ext cx="3687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Fuzzy Logic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90121"/>
            <a:ext cx="646688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Membership Value Calculation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2124" y="3419533"/>
            <a:ext cx="8373593" cy="5838767"/>
          </a:xfrm>
          <a:custGeom>
            <a:avLst/>
            <a:gdLst/>
            <a:ahLst/>
            <a:cxnLst/>
            <a:rect r="r" b="b" t="t" l="l"/>
            <a:pathLst>
              <a:path h="5838767" w="8373593">
                <a:moveTo>
                  <a:pt x="0" y="0"/>
                </a:moveTo>
                <a:lnTo>
                  <a:pt x="8373593" y="0"/>
                </a:lnTo>
                <a:lnTo>
                  <a:pt x="8373593" y="5838767"/>
                </a:lnTo>
                <a:lnTo>
                  <a:pt x="0" y="58387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59867" y="3171848"/>
            <a:ext cx="8697818" cy="6334136"/>
          </a:xfrm>
          <a:custGeom>
            <a:avLst/>
            <a:gdLst/>
            <a:ahLst/>
            <a:cxnLst/>
            <a:rect r="r" b="b" t="t" l="l"/>
            <a:pathLst>
              <a:path h="6334136" w="8697818">
                <a:moveTo>
                  <a:pt x="0" y="0"/>
                </a:moveTo>
                <a:lnTo>
                  <a:pt x="8697818" y="0"/>
                </a:lnTo>
                <a:lnTo>
                  <a:pt x="8697818" y="6334137"/>
                </a:lnTo>
                <a:lnTo>
                  <a:pt x="0" y="63341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00139" y="537527"/>
            <a:ext cx="3687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Fuzzy Logic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90121"/>
            <a:ext cx="646688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Membership Value Calculation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72577" y="3434951"/>
            <a:ext cx="9942846" cy="5642565"/>
          </a:xfrm>
          <a:custGeom>
            <a:avLst/>
            <a:gdLst/>
            <a:ahLst/>
            <a:cxnLst/>
            <a:rect r="r" b="b" t="t" l="l"/>
            <a:pathLst>
              <a:path h="5642565" w="9942846">
                <a:moveTo>
                  <a:pt x="0" y="0"/>
                </a:moveTo>
                <a:lnTo>
                  <a:pt x="9942846" y="0"/>
                </a:lnTo>
                <a:lnTo>
                  <a:pt x="9942846" y="5642565"/>
                </a:lnTo>
                <a:lnTo>
                  <a:pt x="0" y="56425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00139" y="537527"/>
            <a:ext cx="3687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Fuzzy Logic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90121"/>
            <a:ext cx="646688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Membership Value Calculation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55464" y="3915627"/>
            <a:ext cx="12977072" cy="4071556"/>
          </a:xfrm>
          <a:custGeom>
            <a:avLst/>
            <a:gdLst/>
            <a:ahLst/>
            <a:cxnLst/>
            <a:rect r="r" b="b" t="t" l="l"/>
            <a:pathLst>
              <a:path h="4071556" w="12977072">
                <a:moveTo>
                  <a:pt x="0" y="0"/>
                </a:moveTo>
                <a:lnTo>
                  <a:pt x="12977072" y="0"/>
                </a:lnTo>
                <a:lnTo>
                  <a:pt x="12977072" y="4071557"/>
                </a:lnTo>
                <a:lnTo>
                  <a:pt x="0" y="40715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00139" y="537527"/>
            <a:ext cx="3687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Fuzzy Logic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90121"/>
            <a:ext cx="646688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Membership Value Calculation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1332" y="4658239"/>
            <a:ext cx="6487266" cy="4600061"/>
          </a:xfrm>
          <a:custGeom>
            <a:avLst/>
            <a:gdLst/>
            <a:ahLst/>
            <a:cxnLst/>
            <a:rect r="r" b="b" t="t" l="l"/>
            <a:pathLst>
              <a:path h="4600061" w="6487266">
                <a:moveTo>
                  <a:pt x="0" y="0"/>
                </a:moveTo>
                <a:lnTo>
                  <a:pt x="6487266" y="0"/>
                </a:lnTo>
                <a:lnTo>
                  <a:pt x="6487266" y="4600061"/>
                </a:lnTo>
                <a:lnTo>
                  <a:pt x="0" y="46000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30513" y="5044635"/>
            <a:ext cx="8528787" cy="3827269"/>
          </a:xfrm>
          <a:custGeom>
            <a:avLst/>
            <a:gdLst/>
            <a:ahLst/>
            <a:cxnLst/>
            <a:rect r="r" b="b" t="t" l="l"/>
            <a:pathLst>
              <a:path h="3827269" w="8528787">
                <a:moveTo>
                  <a:pt x="0" y="0"/>
                </a:moveTo>
                <a:lnTo>
                  <a:pt x="8528787" y="0"/>
                </a:lnTo>
                <a:lnTo>
                  <a:pt x="8528787" y="3827269"/>
                </a:lnTo>
                <a:lnTo>
                  <a:pt x="0" y="38272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80700" y="1843170"/>
            <a:ext cx="2929848" cy="2413545"/>
          </a:xfrm>
          <a:custGeom>
            <a:avLst/>
            <a:gdLst/>
            <a:ahLst/>
            <a:cxnLst/>
            <a:rect r="r" b="b" t="t" l="l"/>
            <a:pathLst>
              <a:path h="2413545" w="2929848">
                <a:moveTo>
                  <a:pt x="0" y="0"/>
                </a:moveTo>
                <a:lnTo>
                  <a:pt x="2929847" y="0"/>
                </a:lnTo>
                <a:lnTo>
                  <a:pt x="2929847" y="2413545"/>
                </a:lnTo>
                <a:lnTo>
                  <a:pt x="0" y="24135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00139" y="537527"/>
            <a:ext cx="3687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Fuzzy Logic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90121"/>
            <a:ext cx="566487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Firing Strength Calculation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00372" y="4147571"/>
            <a:ext cx="10599533" cy="995929"/>
          </a:xfrm>
          <a:custGeom>
            <a:avLst/>
            <a:gdLst/>
            <a:ahLst/>
            <a:cxnLst/>
            <a:rect r="r" b="b" t="t" l="l"/>
            <a:pathLst>
              <a:path h="995929" w="10599533">
                <a:moveTo>
                  <a:pt x="0" y="0"/>
                </a:moveTo>
                <a:lnTo>
                  <a:pt x="10599533" y="0"/>
                </a:lnTo>
                <a:lnTo>
                  <a:pt x="10599533" y="995929"/>
                </a:lnTo>
                <a:lnTo>
                  <a:pt x="0" y="99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53155" y="6550061"/>
            <a:ext cx="10757984" cy="925961"/>
          </a:xfrm>
          <a:custGeom>
            <a:avLst/>
            <a:gdLst/>
            <a:ahLst/>
            <a:cxnLst/>
            <a:rect r="r" b="b" t="t" l="l"/>
            <a:pathLst>
              <a:path h="925961" w="10757984">
                <a:moveTo>
                  <a:pt x="0" y="0"/>
                </a:moveTo>
                <a:lnTo>
                  <a:pt x="10757984" y="0"/>
                </a:lnTo>
                <a:lnTo>
                  <a:pt x="10757984" y="925961"/>
                </a:lnTo>
                <a:lnTo>
                  <a:pt x="0" y="925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00139" y="537527"/>
            <a:ext cx="3687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Fuzzy Logic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90121"/>
            <a:ext cx="566487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Firing Strength Calculation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233448"/>
            <a:ext cx="3844635" cy="6277633"/>
          </a:xfrm>
          <a:custGeom>
            <a:avLst/>
            <a:gdLst/>
            <a:ahLst/>
            <a:cxnLst/>
            <a:rect r="r" b="b" t="t" l="l"/>
            <a:pathLst>
              <a:path h="6277633" w="3844635">
                <a:moveTo>
                  <a:pt x="0" y="0"/>
                </a:moveTo>
                <a:lnTo>
                  <a:pt x="3844635" y="0"/>
                </a:lnTo>
                <a:lnTo>
                  <a:pt x="3844635" y="6277633"/>
                </a:lnTo>
                <a:lnTo>
                  <a:pt x="0" y="627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88094" y="3233448"/>
            <a:ext cx="3824089" cy="6279469"/>
          </a:xfrm>
          <a:custGeom>
            <a:avLst/>
            <a:gdLst/>
            <a:ahLst/>
            <a:cxnLst/>
            <a:rect r="r" b="b" t="t" l="l"/>
            <a:pathLst>
              <a:path h="6279469" w="3824089">
                <a:moveTo>
                  <a:pt x="0" y="0"/>
                </a:moveTo>
                <a:lnTo>
                  <a:pt x="3824089" y="0"/>
                </a:lnTo>
                <a:lnTo>
                  <a:pt x="3824089" y="6279469"/>
                </a:lnTo>
                <a:lnTo>
                  <a:pt x="0" y="6279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26533" y="3246338"/>
            <a:ext cx="3743237" cy="6266580"/>
          </a:xfrm>
          <a:custGeom>
            <a:avLst/>
            <a:gdLst/>
            <a:ahLst/>
            <a:cxnLst/>
            <a:rect r="r" b="b" t="t" l="l"/>
            <a:pathLst>
              <a:path h="6266580" w="3743237">
                <a:moveTo>
                  <a:pt x="0" y="0"/>
                </a:moveTo>
                <a:lnTo>
                  <a:pt x="3743237" y="0"/>
                </a:lnTo>
                <a:lnTo>
                  <a:pt x="3743237" y="6266579"/>
                </a:lnTo>
                <a:lnTo>
                  <a:pt x="0" y="6266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141837" y="3346581"/>
            <a:ext cx="3712262" cy="6051366"/>
          </a:xfrm>
          <a:custGeom>
            <a:avLst/>
            <a:gdLst/>
            <a:ahLst/>
            <a:cxnLst/>
            <a:rect r="r" b="b" t="t" l="l"/>
            <a:pathLst>
              <a:path h="6051366" w="3712262">
                <a:moveTo>
                  <a:pt x="0" y="0"/>
                </a:moveTo>
                <a:lnTo>
                  <a:pt x="3712262" y="0"/>
                </a:lnTo>
                <a:lnTo>
                  <a:pt x="3712262" y="6051366"/>
                </a:lnTo>
                <a:lnTo>
                  <a:pt x="0" y="60513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00139" y="537527"/>
            <a:ext cx="3687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Fuzzy Logic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390121"/>
            <a:ext cx="203001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Rule Base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82775" y="3383176"/>
            <a:ext cx="7851066" cy="1747078"/>
          </a:xfrm>
          <a:custGeom>
            <a:avLst/>
            <a:gdLst/>
            <a:ahLst/>
            <a:cxnLst/>
            <a:rect r="r" b="b" t="t" l="l"/>
            <a:pathLst>
              <a:path h="1747078" w="7851066">
                <a:moveTo>
                  <a:pt x="0" y="0"/>
                </a:moveTo>
                <a:lnTo>
                  <a:pt x="7851066" y="0"/>
                </a:lnTo>
                <a:lnTo>
                  <a:pt x="7851066" y="1747078"/>
                </a:lnTo>
                <a:lnTo>
                  <a:pt x="0" y="1747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3410" y="6161741"/>
            <a:ext cx="5097779" cy="895556"/>
          </a:xfrm>
          <a:custGeom>
            <a:avLst/>
            <a:gdLst/>
            <a:ahLst/>
            <a:cxnLst/>
            <a:rect r="r" b="b" t="t" l="l"/>
            <a:pathLst>
              <a:path h="895556" w="5097779">
                <a:moveTo>
                  <a:pt x="0" y="0"/>
                </a:moveTo>
                <a:lnTo>
                  <a:pt x="5097779" y="0"/>
                </a:lnTo>
                <a:lnTo>
                  <a:pt x="5097779" y="895556"/>
                </a:lnTo>
                <a:lnTo>
                  <a:pt x="0" y="8955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87861" y="6123610"/>
            <a:ext cx="5097779" cy="971817"/>
          </a:xfrm>
          <a:custGeom>
            <a:avLst/>
            <a:gdLst/>
            <a:ahLst/>
            <a:cxnLst/>
            <a:rect r="r" b="b" t="t" l="l"/>
            <a:pathLst>
              <a:path h="971817" w="5097779">
                <a:moveTo>
                  <a:pt x="0" y="0"/>
                </a:moveTo>
                <a:lnTo>
                  <a:pt x="5097779" y="0"/>
                </a:lnTo>
                <a:lnTo>
                  <a:pt x="5097779" y="971818"/>
                </a:lnTo>
                <a:lnTo>
                  <a:pt x="0" y="9718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00139" y="537527"/>
            <a:ext cx="3687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Fuzzy Logic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90121"/>
            <a:ext cx="203001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Rule Base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6386" y="3255180"/>
            <a:ext cx="11301259" cy="6356958"/>
          </a:xfrm>
          <a:custGeom>
            <a:avLst/>
            <a:gdLst/>
            <a:ahLst/>
            <a:cxnLst/>
            <a:rect r="r" b="b" t="t" l="l"/>
            <a:pathLst>
              <a:path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75789" y="5202124"/>
            <a:ext cx="5312419" cy="1407395"/>
          </a:xfrm>
          <a:custGeom>
            <a:avLst/>
            <a:gdLst/>
            <a:ahLst/>
            <a:cxnLst/>
            <a:rect r="r" b="b" t="t" l="l"/>
            <a:pathLst>
              <a:path h="1407395" w="5312419">
                <a:moveTo>
                  <a:pt x="0" y="0"/>
                </a:moveTo>
                <a:lnTo>
                  <a:pt x="5312419" y="0"/>
                </a:lnTo>
                <a:lnTo>
                  <a:pt x="5312419" y="1407395"/>
                </a:lnTo>
                <a:lnTo>
                  <a:pt x="0" y="14073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571660" y="6975844"/>
            <a:ext cx="6131971" cy="2282456"/>
          </a:xfrm>
          <a:custGeom>
            <a:avLst/>
            <a:gdLst/>
            <a:ahLst/>
            <a:cxnLst/>
            <a:rect r="r" b="b" t="t" l="l"/>
            <a:pathLst>
              <a:path h="2282456" w="6131971">
                <a:moveTo>
                  <a:pt x="0" y="0"/>
                </a:moveTo>
                <a:lnTo>
                  <a:pt x="6131971" y="0"/>
                </a:lnTo>
                <a:lnTo>
                  <a:pt x="6131971" y="2282456"/>
                </a:lnTo>
                <a:lnTo>
                  <a:pt x="0" y="2282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47625" cap="sq">
            <a:solidFill>
              <a:srgbClr val="FDD4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7300139" y="537527"/>
            <a:ext cx="3687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Fuzzy Logic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90121"/>
            <a:ext cx="334018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Context Binding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7870" y="3677481"/>
            <a:ext cx="12806894" cy="816439"/>
          </a:xfrm>
          <a:custGeom>
            <a:avLst/>
            <a:gdLst/>
            <a:ahLst/>
            <a:cxnLst/>
            <a:rect r="r" b="b" t="t" l="l"/>
            <a:pathLst>
              <a:path h="816439" w="12806894">
                <a:moveTo>
                  <a:pt x="0" y="0"/>
                </a:moveTo>
                <a:lnTo>
                  <a:pt x="12806893" y="0"/>
                </a:lnTo>
                <a:lnTo>
                  <a:pt x="12806893" y="816439"/>
                </a:lnTo>
                <a:lnTo>
                  <a:pt x="0" y="816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67462" y="2549392"/>
            <a:ext cx="2175808" cy="2594108"/>
          </a:xfrm>
          <a:custGeom>
            <a:avLst/>
            <a:gdLst/>
            <a:ahLst/>
            <a:cxnLst/>
            <a:rect r="r" b="b" t="t" l="l"/>
            <a:pathLst>
              <a:path h="2594108" w="2175808">
                <a:moveTo>
                  <a:pt x="0" y="0"/>
                </a:moveTo>
                <a:lnTo>
                  <a:pt x="2175808" y="0"/>
                </a:lnTo>
                <a:lnTo>
                  <a:pt x="2175808" y="2594108"/>
                </a:lnTo>
                <a:lnTo>
                  <a:pt x="0" y="25941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19307" y="6436035"/>
            <a:ext cx="9038094" cy="1798396"/>
          </a:xfrm>
          <a:custGeom>
            <a:avLst/>
            <a:gdLst/>
            <a:ahLst/>
            <a:cxnLst/>
            <a:rect r="r" b="b" t="t" l="l"/>
            <a:pathLst>
              <a:path h="1798396" w="9038094">
                <a:moveTo>
                  <a:pt x="0" y="0"/>
                </a:moveTo>
                <a:lnTo>
                  <a:pt x="9038094" y="0"/>
                </a:lnTo>
                <a:lnTo>
                  <a:pt x="9038094" y="1798396"/>
                </a:lnTo>
                <a:lnTo>
                  <a:pt x="0" y="1798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969795" y="5810593"/>
            <a:ext cx="2595333" cy="2739795"/>
          </a:xfrm>
          <a:custGeom>
            <a:avLst/>
            <a:gdLst/>
            <a:ahLst/>
            <a:cxnLst/>
            <a:rect r="r" b="b" t="t" l="l"/>
            <a:pathLst>
              <a:path h="2739795" w="2595333">
                <a:moveTo>
                  <a:pt x="0" y="0"/>
                </a:moveTo>
                <a:lnTo>
                  <a:pt x="2595333" y="0"/>
                </a:lnTo>
                <a:lnTo>
                  <a:pt x="2595333" y="2739794"/>
                </a:lnTo>
                <a:lnTo>
                  <a:pt x="0" y="27397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03004" y="6236611"/>
            <a:ext cx="821759" cy="2430308"/>
          </a:xfrm>
          <a:custGeom>
            <a:avLst/>
            <a:gdLst/>
            <a:ahLst/>
            <a:cxnLst/>
            <a:rect r="r" b="b" t="t" l="l"/>
            <a:pathLst>
              <a:path h="2430308" w="821759">
                <a:moveTo>
                  <a:pt x="0" y="0"/>
                </a:moveTo>
                <a:lnTo>
                  <a:pt x="821759" y="0"/>
                </a:lnTo>
                <a:lnTo>
                  <a:pt x="821759" y="2430308"/>
                </a:lnTo>
                <a:lnTo>
                  <a:pt x="0" y="24303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00139" y="537527"/>
            <a:ext cx="3687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Fuzzy Logic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390121"/>
            <a:ext cx="289167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Subsumption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47">
                <a:alpha val="100000"/>
              </a:srgbClr>
            </a:gs>
            <a:gs pos="100000">
              <a:srgbClr val="00153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9640" y="66095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85696" y="-437319"/>
            <a:ext cx="3934056" cy="4114800"/>
          </a:xfrm>
          <a:custGeom>
            <a:avLst/>
            <a:gdLst/>
            <a:ahLst/>
            <a:cxnLst/>
            <a:rect r="r" b="b" t="t" l="l"/>
            <a:pathLst>
              <a:path h="4114800" w="3934056">
                <a:moveTo>
                  <a:pt x="3934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934056" y="0"/>
                </a:lnTo>
                <a:lnTo>
                  <a:pt x="3934056" y="411480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19307" y="4256715"/>
            <a:ext cx="6438613" cy="6438613"/>
          </a:xfrm>
          <a:custGeom>
            <a:avLst/>
            <a:gdLst/>
            <a:ahLst/>
            <a:cxnLst/>
            <a:rect r="r" b="b" t="t" l="l"/>
            <a:pathLst>
              <a:path h="6438613" w="6438613">
                <a:moveTo>
                  <a:pt x="0" y="0"/>
                </a:moveTo>
                <a:lnTo>
                  <a:pt x="6438614" y="0"/>
                </a:lnTo>
                <a:lnTo>
                  <a:pt x="6438614" y="6438614"/>
                </a:lnTo>
                <a:lnTo>
                  <a:pt x="0" y="643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63665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29569" y="3721127"/>
            <a:ext cx="9293329" cy="288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60"/>
              </a:lnSpc>
              <a:spcBef>
                <a:spcPct val="0"/>
              </a:spcBef>
            </a:pPr>
            <a:r>
              <a:rPr lang="en-US" b="true" sz="16828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DAGYv9X1CqY</dc:identifier>
  <dcterms:modified xsi:type="dcterms:W3CDTF">2011-08-01T06:04:30Z</dcterms:modified>
  <cp:revision>1</cp:revision>
  <dc:title>Robot</dc:title>
</cp:coreProperties>
</file>